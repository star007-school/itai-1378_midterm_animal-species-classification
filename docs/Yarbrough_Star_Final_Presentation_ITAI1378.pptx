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6" r:id="rId9"/>
    <p:sldId id="267" r:id="rId10"/>
    <p:sldId id="268" r:id="rId11"/>
    <p:sldId id="262" r:id="rId12"/>
    <p:sldId id="265" r:id="rId13"/>
    <p:sldId id="264" r:id="rId1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69C04-AD8B-497A-9EFD-CB04BF642900}" v="3" dt="2026-05-06T17:30:37.4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 baby" userId="4f01b0b8c1fc4541" providerId="LiveId" clId="{840348CC-C00A-4349-BD3F-3E4CFC435BBB}"/>
    <pc:docChg chg="undo custSel addSld delSld modSld">
      <pc:chgData name="star baby" userId="4f01b0b8c1fc4541" providerId="LiveId" clId="{840348CC-C00A-4349-BD3F-3E4CFC435BBB}" dt="2026-05-06T17:47:45.743" v="1707" actId="20577"/>
      <pc:docMkLst>
        <pc:docMk/>
      </pc:docMkLst>
      <pc:sldChg chg="modSp mod">
        <pc:chgData name="star baby" userId="4f01b0b8c1fc4541" providerId="LiveId" clId="{840348CC-C00A-4349-BD3F-3E4CFC435BBB}" dt="2026-05-06T17:46:55.662" v="1699" actId="20577"/>
        <pc:sldMkLst>
          <pc:docMk/>
          <pc:sldMk cId="70787321" sldId="256"/>
        </pc:sldMkLst>
        <pc:spChg chg="mod">
          <ac:chgData name="star baby" userId="4f01b0b8c1fc4541" providerId="LiveId" clId="{840348CC-C00A-4349-BD3F-3E4CFC435BBB}" dt="2026-05-06T17:46:55.662" v="1699" actId="20577"/>
          <ac:spMkLst>
            <pc:docMk/>
            <pc:sldMk cId="70787321" sldId="256"/>
            <ac:spMk id="2" creationId="{C13CE94D-96BB-5355-F4D0-A8541D0AC229}"/>
          </ac:spMkLst>
        </pc:spChg>
      </pc:sldChg>
      <pc:sldChg chg="modSp mod">
        <pc:chgData name="star baby" userId="4f01b0b8c1fc4541" providerId="LiveId" clId="{840348CC-C00A-4349-BD3F-3E4CFC435BBB}" dt="2026-05-06T17:09:48.887" v="103" actId="20577"/>
        <pc:sldMkLst>
          <pc:docMk/>
          <pc:sldMk cId="2541955989" sldId="257"/>
        </pc:sldMkLst>
        <pc:spChg chg="mod">
          <ac:chgData name="star baby" userId="4f01b0b8c1fc4541" providerId="LiveId" clId="{840348CC-C00A-4349-BD3F-3E4CFC435BBB}" dt="2026-05-06T17:09:48.887" v="103" actId="20577"/>
          <ac:spMkLst>
            <pc:docMk/>
            <pc:sldMk cId="2541955989" sldId="257"/>
            <ac:spMk id="3" creationId="{F439B366-C300-9D49-9E43-C0F3F08A27BB}"/>
          </ac:spMkLst>
        </pc:spChg>
      </pc:sldChg>
      <pc:sldChg chg="modSp mod">
        <pc:chgData name="star baby" userId="4f01b0b8c1fc4541" providerId="LiveId" clId="{840348CC-C00A-4349-BD3F-3E4CFC435BBB}" dt="2026-05-06T17:47:45.743" v="1707" actId="20577"/>
        <pc:sldMkLst>
          <pc:docMk/>
          <pc:sldMk cId="3696722927" sldId="258"/>
        </pc:sldMkLst>
        <pc:spChg chg="mod">
          <ac:chgData name="star baby" userId="4f01b0b8c1fc4541" providerId="LiveId" clId="{840348CC-C00A-4349-BD3F-3E4CFC435BBB}" dt="2026-05-06T17:47:45.743" v="1707" actId="20577"/>
          <ac:spMkLst>
            <pc:docMk/>
            <pc:sldMk cId="3696722927" sldId="258"/>
            <ac:spMk id="3" creationId="{B8ACBA9E-A639-F638-206D-AC6A3D48A13B}"/>
          </ac:spMkLst>
        </pc:spChg>
      </pc:sldChg>
      <pc:sldChg chg="modSp mod">
        <pc:chgData name="star baby" userId="4f01b0b8c1fc4541" providerId="LiveId" clId="{840348CC-C00A-4349-BD3F-3E4CFC435BBB}" dt="2026-05-06T17:47:13.368" v="1702" actId="20577"/>
        <pc:sldMkLst>
          <pc:docMk/>
          <pc:sldMk cId="3101217589" sldId="259"/>
        </pc:sldMkLst>
        <pc:spChg chg="mod">
          <ac:chgData name="star baby" userId="4f01b0b8c1fc4541" providerId="LiveId" clId="{840348CC-C00A-4349-BD3F-3E4CFC435BBB}" dt="2026-05-06T17:47:13.368" v="1702" actId="20577"/>
          <ac:spMkLst>
            <pc:docMk/>
            <pc:sldMk cId="3101217589" sldId="259"/>
            <ac:spMk id="3" creationId="{27BD309A-3074-B316-D24D-9288138F6C63}"/>
          </ac:spMkLst>
        </pc:spChg>
      </pc:sldChg>
      <pc:sldChg chg="modSp mod">
        <pc:chgData name="star baby" userId="4f01b0b8c1fc4541" providerId="LiveId" clId="{840348CC-C00A-4349-BD3F-3E4CFC435BBB}" dt="2026-05-06T17:14:11.531" v="676" actId="20577"/>
        <pc:sldMkLst>
          <pc:docMk/>
          <pc:sldMk cId="2768351514" sldId="260"/>
        </pc:sldMkLst>
        <pc:spChg chg="mod">
          <ac:chgData name="star baby" userId="4f01b0b8c1fc4541" providerId="LiveId" clId="{840348CC-C00A-4349-BD3F-3E4CFC435BBB}" dt="2026-05-06T17:14:11.531" v="676" actId="20577"/>
          <ac:spMkLst>
            <pc:docMk/>
            <pc:sldMk cId="2768351514" sldId="260"/>
            <ac:spMk id="5" creationId="{0919BEE3-E198-A49C-1560-ABA859D4AFB4}"/>
          </ac:spMkLst>
        </pc:spChg>
      </pc:sldChg>
      <pc:sldChg chg="modSp mod">
        <pc:chgData name="star baby" userId="4f01b0b8c1fc4541" providerId="LiveId" clId="{840348CC-C00A-4349-BD3F-3E4CFC435BBB}" dt="2026-05-06T17:14:42.279" v="706" actId="20577"/>
        <pc:sldMkLst>
          <pc:docMk/>
          <pc:sldMk cId="3537482163" sldId="261"/>
        </pc:sldMkLst>
        <pc:spChg chg="mod">
          <ac:chgData name="star baby" userId="4f01b0b8c1fc4541" providerId="LiveId" clId="{840348CC-C00A-4349-BD3F-3E4CFC435BBB}" dt="2026-05-06T17:14:42.279" v="706" actId="20577"/>
          <ac:spMkLst>
            <pc:docMk/>
            <pc:sldMk cId="3537482163" sldId="261"/>
            <ac:spMk id="3" creationId="{B639B993-3AFF-86CE-5F91-54BA9A72F4B1}"/>
          </ac:spMkLst>
        </pc:spChg>
      </pc:sldChg>
      <pc:sldChg chg="modSp mod">
        <pc:chgData name="star baby" userId="4f01b0b8c1fc4541" providerId="LiveId" clId="{840348CC-C00A-4349-BD3F-3E4CFC435BBB}" dt="2026-05-06T17:42:26.130" v="1587" actId="20577"/>
        <pc:sldMkLst>
          <pc:docMk/>
          <pc:sldMk cId="2389479555" sldId="262"/>
        </pc:sldMkLst>
        <pc:graphicFrameChg chg="modGraphic">
          <ac:chgData name="star baby" userId="4f01b0b8c1fc4541" providerId="LiveId" clId="{840348CC-C00A-4349-BD3F-3E4CFC435BBB}" dt="2026-05-06T17:42:26.130" v="1587" actId="20577"/>
          <ac:graphicFrameMkLst>
            <pc:docMk/>
            <pc:sldMk cId="2389479555" sldId="262"/>
            <ac:graphicFrameMk id="6" creationId="{715E8838-A8A7-11D6-9711-A52EC592512A}"/>
          </ac:graphicFrameMkLst>
        </pc:graphicFrameChg>
      </pc:sldChg>
      <pc:sldChg chg="del">
        <pc:chgData name="star baby" userId="4f01b0b8c1fc4541" providerId="LiveId" clId="{840348CC-C00A-4349-BD3F-3E4CFC435BBB}" dt="2026-05-06T17:40:27.243" v="1515" actId="2696"/>
        <pc:sldMkLst>
          <pc:docMk/>
          <pc:sldMk cId="2882912495" sldId="263"/>
        </pc:sldMkLst>
      </pc:sldChg>
      <pc:sldChg chg="modSp mod">
        <pc:chgData name="star baby" userId="4f01b0b8c1fc4541" providerId="LiveId" clId="{840348CC-C00A-4349-BD3F-3E4CFC435BBB}" dt="2026-05-06T17:45:07.462" v="1698" actId="20577"/>
        <pc:sldMkLst>
          <pc:docMk/>
          <pc:sldMk cId="3401768292" sldId="264"/>
        </pc:sldMkLst>
        <pc:graphicFrameChg chg="modGraphic">
          <ac:chgData name="star baby" userId="4f01b0b8c1fc4541" providerId="LiveId" clId="{840348CC-C00A-4349-BD3F-3E4CFC435BBB}" dt="2026-05-06T17:45:07.462" v="1698" actId="20577"/>
          <ac:graphicFrameMkLst>
            <pc:docMk/>
            <pc:sldMk cId="3401768292" sldId="264"/>
            <ac:graphicFrameMk id="4" creationId="{D6BB1AB2-743B-F6D7-9465-B1808945EACF}"/>
          </ac:graphicFrameMkLst>
        </pc:graphicFrameChg>
      </pc:sldChg>
      <pc:sldChg chg="modSp mod">
        <pc:chgData name="star baby" userId="4f01b0b8c1fc4541" providerId="LiveId" clId="{840348CC-C00A-4349-BD3F-3E4CFC435BBB}" dt="2026-05-06T17:38:40.369" v="1513" actId="20577"/>
        <pc:sldMkLst>
          <pc:docMk/>
          <pc:sldMk cId="1457818718" sldId="265"/>
        </pc:sldMkLst>
        <pc:spChg chg="mod">
          <ac:chgData name="star baby" userId="4f01b0b8c1fc4541" providerId="LiveId" clId="{840348CC-C00A-4349-BD3F-3E4CFC435BBB}" dt="2026-05-06T17:38:40.369" v="1513" actId="20577"/>
          <ac:spMkLst>
            <pc:docMk/>
            <pc:sldMk cId="1457818718" sldId="265"/>
            <ac:spMk id="3" creationId="{0CE9383E-0A07-EC95-408B-04D4A438ADCB}"/>
          </ac:spMkLst>
        </pc:spChg>
      </pc:sldChg>
      <pc:sldChg chg="addSp delSp modSp new mod">
        <pc:chgData name="star baby" userId="4f01b0b8c1fc4541" providerId="LiveId" clId="{840348CC-C00A-4349-BD3F-3E4CFC435BBB}" dt="2026-05-06T17:16:55.202" v="838" actId="14100"/>
        <pc:sldMkLst>
          <pc:docMk/>
          <pc:sldMk cId="3924289546" sldId="266"/>
        </pc:sldMkLst>
        <pc:spChg chg="mod">
          <ac:chgData name="star baby" userId="4f01b0b8c1fc4541" providerId="LiveId" clId="{840348CC-C00A-4349-BD3F-3E4CFC435BBB}" dt="2026-05-06T17:15:11.667" v="738" actId="20577"/>
          <ac:spMkLst>
            <pc:docMk/>
            <pc:sldMk cId="3924289546" sldId="266"/>
            <ac:spMk id="2" creationId="{C0490BED-EFAA-ED41-68BB-1BE75CD1030C}"/>
          </ac:spMkLst>
        </pc:spChg>
        <pc:spChg chg="mod">
          <ac:chgData name="star baby" userId="4f01b0b8c1fc4541" providerId="LiveId" clId="{840348CC-C00A-4349-BD3F-3E4CFC435BBB}" dt="2026-05-06T17:15:39.437" v="826" actId="20577"/>
          <ac:spMkLst>
            <pc:docMk/>
            <pc:sldMk cId="3924289546" sldId="266"/>
            <ac:spMk id="3" creationId="{B27F0A47-FBB8-18F4-BF35-73B786334976}"/>
          </ac:spMkLst>
        </pc:spChg>
        <pc:picChg chg="add del mod">
          <ac:chgData name="star baby" userId="4f01b0b8c1fc4541" providerId="LiveId" clId="{840348CC-C00A-4349-BD3F-3E4CFC435BBB}" dt="2026-05-06T17:16:09.253" v="830" actId="478"/>
          <ac:picMkLst>
            <pc:docMk/>
            <pc:sldMk cId="3924289546" sldId="266"/>
            <ac:picMk id="5" creationId="{4A6866EA-9CED-194B-0C5C-51F6A9F9CAC0}"/>
          </ac:picMkLst>
        </pc:picChg>
        <pc:picChg chg="add del mod">
          <ac:chgData name="star baby" userId="4f01b0b8c1fc4541" providerId="LiveId" clId="{840348CC-C00A-4349-BD3F-3E4CFC435BBB}" dt="2026-05-06T17:16:09.253" v="830" actId="478"/>
          <ac:picMkLst>
            <pc:docMk/>
            <pc:sldMk cId="3924289546" sldId="266"/>
            <ac:picMk id="7" creationId="{F53C0E3F-9AD2-B171-05F6-67F1A85182EE}"/>
          </ac:picMkLst>
        </pc:picChg>
        <pc:picChg chg="add mod">
          <ac:chgData name="star baby" userId="4f01b0b8c1fc4541" providerId="LiveId" clId="{840348CC-C00A-4349-BD3F-3E4CFC435BBB}" dt="2026-05-06T17:16:55.202" v="838" actId="14100"/>
          <ac:picMkLst>
            <pc:docMk/>
            <pc:sldMk cId="3924289546" sldId="266"/>
            <ac:picMk id="9" creationId="{81C2D710-ED18-1597-878B-C3E8428952BC}"/>
          </ac:picMkLst>
        </pc:picChg>
        <pc:picChg chg="add mod">
          <ac:chgData name="star baby" userId="4f01b0b8c1fc4541" providerId="LiveId" clId="{840348CC-C00A-4349-BD3F-3E4CFC435BBB}" dt="2026-05-06T17:16:49.399" v="836" actId="1076"/>
          <ac:picMkLst>
            <pc:docMk/>
            <pc:sldMk cId="3924289546" sldId="266"/>
            <ac:picMk id="11" creationId="{0C9ACFE7-4754-7106-89A3-0B78B836F60F}"/>
          </ac:picMkLst>
        </pc:picChg>
      </pc:sldChg>
      <pc:sldChg chg="addSp modSp new mod">
        <pc:chgData name="star baby" userId="4f01b0b8c1fc4541" providerId="LiveId" clId="{840348CC-C00A-4349-BD3F-3E4CFC435BBB}" dt="2026-05-06T17:18:25.706" v="972" actId="1076"/>
        <pc:sldMkLst>
          <pc:docMk/>
          <pc:sldMk cId="523899949" sldId="267"/>
        </pc:sldMkLst>
        <pc:spChg chg="mod">
          <ac:chgData name="star baby" userId="4f01b0b8c1fc4541" providerId="LiveId" clId="{840348CC-C00A-4349-BD3F-3E4CFC435BBB}" dt="2026-05-06T17:17:17.789" v="866" actId="20577"/>
          <ac:spMkLst>
            <pc:docMk/>
            <pc:sldMk cId="523899949" sldId="267"/>
            <ac:spMk id="2" creationId="{25CC3CED-34C8-BCB8-D270-5A70AF25E4E8}"/>
          </ac:spMkLst>
        </pc:spChg>
        <pc:spChg chg="mod">
          <ac:chgData name="star baby" userId="4f01b0b8c1fc4541" providerId="LiveId" clId="{840348CC-C00A-4349-BD3F-3E4CFC435BBB}" dt="2026-05-06T17:17:46.189" v="965" actId="20577"/>
          <ac:spMkLst>
            <pc:docMk/>
            <pc:sldMk cId="523899949" sldId="267"/>
            <ac:spMk id="3" creationId="{E519838C-A90D-9C3F-9049-5244313B6DC1}"/>
          </ac:spMkLst>
        </pc:spChg>
        <pc:picChg chg="add mod">
          <ac:chgData name="star baby" userId="4f01b0b8c1fc4541" providerId="LiveId" clId="{840348CC-C00A-4349-BD3F-3E4CFC435BBB}" dt="2026-05-06T17:18:04.013" v="969" actId="14100"/>
          <ac:picMkLst>
            <pc:docMk/>
            <pc:sldMk cId="523899949" sldId="267"/>
            <ac:picMk id="5" creationId="{2748A056-4A78-957D-6A2B-FC84FE782A88}"/>
          </ac:picMkLst>
        </pc:picChg>
        <pc:picChg chg="add mod">
          <ac:chgData name="star baby" userId="4f01b0b8c1fc4541" providerId="LiveId" clId="{840348CC-C00A-4349-BD3F-3E4CFC435BBB}" dt="2026-05-06T17:18:25.706" v="972" actId="1076"/>
          <ac:picMkLst>
            <pc:docMk/>
            <pc:sldMk cId="523899949" sldId="267"/>
            <ac:picMk id="7" creationId="{912BA0DA-4FF5-300A-653C-B5B83DE6DB52}"/>
          </ac:picMkLst>
        </pc:picChg>
      </pc:sldChg>
      <pc:sldChg chg="modSp new mod">
        <pc:chgData name="star baby" userId="4f01b0b8c1fc4541" providerId="LiveId" clId="{840348CC-C00A-4349-BD3F-3E4CFC435BBB}" dt="2026-05-06T17:36:16.067" v="1219" actId="20577"/>
        <pc:sldMkLst>
          <pc:docMk/>
          <pc:sldMk cId="1748015030" sldId="268"/>
        </pc:sldMkLst>
        <pc:spChg chg="mod">
          <ac:chgData name="star baby" userId="4f01b0b8c1fc4541" providerId="LiveId" clId="{840348CC-C00A-4349-BD3F-3E4CFC435BBB}" dt="2026-05-06T17:36:16.067" v="1219" actId="20577"/>
          <ac:spMkLst>
            <pc:docMk/>
            <pc:sldMk cId="1748015030" sldId="268"/>
            <ac:spMk id="2" creationId="{37C3D80C-6363-AB06-04FD-9BEBE08842DA}"/>
          </ac:spMkLst>
        </pc:spChg>
        <pc:spChg chg="mod">
          <ac:chgData name="star baby" userId="4f01b0b8c1fc4541" providerId="LiveId" clId="{840348CC-C00A-4349-BD3F-3E4CFC435BBB}" dt="2026-05-06T17:27:30.519" v="999" actId="20577"/>
          <ac:spMkLst>
            <pc:docMk/>
            <pc:sldMk cId="1748015030" sldId="268"/>
            <ac:spMk id="3" creationId="{B885CB6A-B019-AD1C-7D8E-53C0D203E212}"/>
          </ac:spMkLst>
        </pc:spChg>
      </pc:sldChg>
      <pc:sldChg chg="addSp modSp new mod">
        <pc:chgData name="star baby" userId="4f01b0b8c1fc4541" providerId="LiveId" clId="{840348CC-C00A-4349-BD3F-3E4CFC435BBB}" dt="2026-05-06T17:33:50.874" v="1206" actId="1076"/>
        <pc:sldMkLst>
          <pc:docMk/>
          <pc:sldMk cId="1250300208" sldId="269"/>
        </pc:sldMkLst>
        <pc:spChg chg="mod">
          <ac:chgData name="star baby" userId="4f01b0b8c1fc4541" providerId="LiveId" clId="{840348CC-C00A-4349-BD3F-3E4CFC435BBB}" dt="2026-05-06T17:30:36.236" v="1131" actId="20577"/>
          <ac:spMkLst>
            <pc:docMk/>
            <pc:sldMk cId="1250300208" sldId="269"/>
            <ac:spMk id="2" creationId="{694C80D4-4382-5E4B-A01B-2AF43141D13A}"/>
          </ac:spMkLst>
        </pc:spChg>
        <pc:spChg chg="mod">
          <ac:chgData name="star baby" userId="4f01b0b8c1fc4541" providerId="LiveId" clId="{840348CC-C00A-4349-BD3F-3E4CFC435BBB}" dt="2026-05-06T17:33:50.874" v="1206" actId="1076"/>
          <ac:spMkLst>
            <pc:docMk/>
            <pc:sldMk cId="1250300208" sldId="269"/>
            <ac:spMk id="3" creationId="{BD2129CB-0007-5DA8-1825-E506D1AF9DB2}"/>
          </ac:spMkLst>
        </pc:spChg>
        <pc:picChg chg="add mod">
          <ac:chgData name="star baby" userId="4f01b0b8c1fc4541" providerId="LiveId" clId="{840348CC-C00A-4349-BD3F-3E4CFC435BBB}" dt="2026-05-06T17:33:11.080" v="1197" actId="1076"/>
          <ac:picMkLst>
            <pc:docMk/>
            <pc:sldMk cId="1250300208" sldId="269"/>
            <ac:picMk id="5" creationId="{1D002490-8882-DDBE-820C-A7C5C52B548F}"/>
          </ac:picMkLst>
        </pc:picChg>
        <pc:picChg chg="add mod">
          <ac:chgData name="star baby" userId="4f01b0b8c1fc4541" providerId="LiveId" clId="{840348CC-C00A-4349-BD3F-3E4CFC435BBB}" dt="2026-05-06T17:33:50.102" v="1205" actId="1076"/>
          <ac:picMkLst>
            <pc:docMk/>
            <pc:sldMk cId="1250300208" sldId="269"/>
            <ac:picMk id="7" creationId="{E32E5F13-7551-A115-953A-611AD6E17672}"/>
          </ac:picMkLst>
        </pc:picChg>
        <pc:picChg chg="add mod">
          <ac:chgData name="star baby" userId="4f01b0b8c1fc4541" providerId="LiveId" clId="{840348CC-C00A-4349-BD3F-3E4CFC435BBB}" dt="2026-05-06T17:33:48.403" v="1204" actId="1076"/>
          <ac:picMkLst>
            <pc:docMk/>
            <pc:sldMk cId="1250300208" sldId="269"/>
            <ac:picMk id="9" creationId="{94515C39-A62B-2821-1998-B6956FD85A7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9F0F-BB5F-301D-BB29-5D4AA86E4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6A727-20FE-BBD3-6CEC-776D145B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0BC56-0CAE-19D2-B7C9-C3EC0CAB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D531-6EDA-CC18-6484-C333E9EB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08DC7-6A8E-F243-7C35-E2D71A3D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8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7C0B-D1D4-2B44-9FAE-9E874B04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462F8-9499-8B37-57A2-B953843ED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FAE17-8403-81D3-F429-7F638939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F3CE7-1615-F3C3-9E44-6A33B87BC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8E36C-BA3D-15EA-5950-7182B396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0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9A59-192C-3277-7F2A-6C30FB1F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26008-D935-A7D6-A604-CC5C194CC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D70A-2A57-1DBA-B27B-3ED6481E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7F5C2-09DE-6472-723C-F380A736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9ABC-88EA-F5CC-2392-79241114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6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DED0-135A-E098-CC55-D4AC81BE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3FA9F-1C1D-F0CC-2229-2321DD1B4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BA6DA-99B2-11E6-4CB6-EC7B5FF8A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5AA14-EC08-05EC-3608-F4A8EEA44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699CB-0962-1E75-DE23-2EE6D6A3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186B-B2D9-445A-4ABB-19E9A25A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2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CAF7-64B5-1C67-D641-3F56EE55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15F69-B2E9-08C7-E224-9FB0BAAE1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336BC-97B9-2544-4666-C0700B431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9229F-2D22-CF0F-B6E6-E21CD2D41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3D4588-CF8A-8B2D-6A24-A0505DE9D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8A74C-4918-3FA6-02AB-D890198B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CF033-7AB8-2CAB-C056-6C2EC786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72E77-1AEE-5F6D-A715-FC4EFE4B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3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F5074-B6B9-051F-F26E-2EB5554C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1D7AD-C152-9AEA-EE9F-8451CA23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F6951-18B3-34E0-8617-EE8BCBCE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B2F6F-9343-69EB-54C4-1CECA693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9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2159E-D607-6BD7-AA79-21365542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E0A8-BD32-0D12-341D-72DE34DF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44B6A-14B5-2A1A-EEC5-695BD90A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7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7A9F-600A-FD6C-10CF-DF5FBBC0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516E-0053-9808-3BB3-1ED262516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C0AFD-903B-8BCB-2A42-EBFA01B78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BF6E3-ED76-337B-0A55-F6EEE32C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A5E99-8726-B779-372F-233A0C975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E94DC-81CE-E4A7-D928-99F22F8E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2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0B9B-4284-77AE-0E52-2473C392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B930D-EA53-8A99-DDCD-181AF0870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01CBF-B238-C7E2-1847-9025FBD31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75856-2EAE-D4ED-424E-1519BB76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60B51-0059-7671-6842-06A9A007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729C1-7CA9-4A8D-9B3B-E105FEE1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9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B0D6-E4B2-78A8-BC33-3E4CB2AF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940F6-137A-9C12-7502-5AC7881CF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EF14-6EB8-3E3B-F471-AE80B897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AC4B-A264-9C13-BCF5-DA5CE9D0E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31982-8345-07A4-1267-824CE253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0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B7700-C766-312A-7A4E-4268836F8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99B71-7F85-21EA-36C4-49EFE1D4D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355A2-D733-F4D9-C255-9A41947A6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5FF4-59D6-8654-184A-FA0156C6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2606E-430D-616A-66CD-F6375351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EE1D8-BDD4-B7E9-A837-9E7580FC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DBD73-0862-40D7-11BA-9F2832AA6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28E24-C19E-9E7B-22A5-3D32E5FFE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BBA26-4CC9-4EB5-89DC-2D882E2BC07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C75DD-DF86-2793-2C36-11892ABBA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F7D10-B85D-6578-5D23-C6C615792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0749B-EB1A-40BC-B1B7-847252456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8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E94D-96BB-5355-F4D0-A8541D0AC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Animal and Object Detection using YOLOv8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BC54D-6916-A3A8-2C70-DBFEE1298E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Star Yarbrough</a:t>
            </a:r>
          </a:p>
          <a:p>
            <a:r>
              <a:rPr lang="en-US" dirty="0"/>
              <a:t>Tier 1</a:t>
            </a:r>
          </a:p>
        </p:txBody>
      </p:sp>
    </p:spTree>
    <p:extLst>
      <p:ext uri="{BB962C8B-B14F-4D97-AF65-F5344CB8AC3E}">
        <p14:creationId xmlns:p14="http://schemas.microsoft.com/office/powerpoint/2010/main" val="7078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C096-F594-DA32-7A39-D842D3AF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9B366-C300-9D49-9E43-C0F3F08A2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Identifying animal species from images can be time-consuming and requires expert knowledge.</a:t>
            </a:r>
          </a:p>
          <a:p>
            <a:r>
              <a:rPr lang="en-US" dirty="0"/>
              <a:t>Who cares: Wildlife researchers, conservationists, and biodiversity organizations.</a:t>
            </a:r>
          </a:p>
          <a:p>
            <a:r>
              <a:rPr lang="en-US" dirty="0"/>
              <a:t>Why it’s important: Automating animal and object recognition helps speed up wildlife monitoring and supports biodiversity research efforts.</a:t>
            </a:r>
          </a:p>
        </p:txBody>
      </p:sp>
    </p:spTree>
    <p:extLst>
      <p:ext uri="{BB962C8B-B14F-4D97-AF65-F5344CB8AC3E}">
        <p14:creationId xmlns:p14="http://schemas.microsoft.com/office/powerpoint/2010/main" val="254195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C532-1BF6-6FFF-2829-CC7C2846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CBA9E-A639-F638-206D-AC6A3D48A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YOLOv8 object detection system that analyzes uploaded images and identifies detected objects using </a:t>
            </a:r>
            <a:r>
              <a:rPr lang="en-US"/>
              <a:t>bounding boxes and  </a:t>
            </a:r>
            <a:r>
              <a:rPr lang="en-US" dirty="0"/>
              <a:t>confidence scores.</a:t>
            </a:r>
          </a:p>
          <a:p>
            <a:endParaRPr lang="en-US" dirty="0"/>
          </a:p>
          <a:p>
            <a:r>
              <a:rPr lang="en-US" dirty="0"/>
              <a:t>How it works:</a:t>
            </a:r>
          </a:p>
          <a:p>
            <a:pPr marL="0" indent="0">
              <a:buNone/>
            </a:pPr>
            <a:r>
              <a:rPr lang="en-US" dirty="0"/>
              <a:t>Image → YOLOv8 Model → Object Detection Results</a:t>
            </a:r>
          </a:p>
        </p:txBody>
      </p:sp>
    </p:spTree>
    <p:extLst>
      <p:ext uri="{BB962C8B-B14F-4D97-AF65-F5344CB8AC3E}">
        <p14:creationId xmlns:p14="http://schemas.microsoft.com/office/powerpoint/2010/main" val="369672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B7F7-248B-BB17-7662-5A7C6DB4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309A-3074-B316-D24D-9288138F6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Vision Technique: Object Detection</a:t>
            </a:r>
          </a:p>
          <a:p>
            <a:r>
              <a:rPr lang="en-US" dirty="0"/>
              <a:t>Model: YOLOv8 (pre-trained)</a:t>
            </a:r>
          </a:p>
          <a:p>
            <a:r>
              <a:rPr lang="en-US" dirty="0"/>
              <a:t>Framework: Ultralytics YOLO + Python</a:t>
            </a:r>
          </a:p>
          <a:p>
            <a:pPr marL="0" indent="0">
              <a:buNone/>
            </a:pPr>
            <a:r>
              <a:rPr lang="en-US" dirty="0"/>
              <a:t>Justification:</a:t>
            </a:r>
          </a:p>
          <a:p>
            <a:pPr marL="0" indent="0">
              <a:buNone/>
            </a:pPr>
            <a:r>
              <a:rPr lang="en-US" dirty="0"/>
              <a:t>Pre-trained YOLOv8 models provide fast and effective object detection for real-world image testing and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1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9E18-5AE6-A248-DDFD-09AC5A06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19BEE3-E198-A49C-1560-ABA859D4A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Personal test images and publicly  available animal images</a:t>
            </a:r>
          </a:p>
          <a:p>
            <a:r>
              <a:rPr lang="en-US" dirty="0"/>
              <a:t>Content: Real dogs, backyard cat, stuffed animal objects, decorative objects, and wildlife images</a:t>
            </a:r>
          </a:p>
          <a:p>
            <a:r>
              <a:rPr lang="en-US" dirty="0"/>
              <a:t>Purpose: Evaluate strengths and limitations of pretrained YOLOv8 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276835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6129-5047-C32A-7A4F-9E8B836C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B993-3AFF-86CE-5F91-54BA9A72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[Input Image] → [YOLOv8 Model] → [Detection Results]</a:t>
            </a:r>
          </a:p>
        </p:txBody>
      </p:sp>
    </p:spTree>
    <p:extLst>
      <p:ext uri="{BB962C8B-B14F-4D97-AF65-F5344CB8AC3E}">
        <p14:creationId xmlns:p14="http://schemas.microsoft.com/office/powerpoint/2010/main" val="353748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80D4-4382-5E4B-A01B-2AF43141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29CB-0007-5DA8-1825-E506D1AF9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166"/>
            <a:ext cx="10515600" cy="4351338"/>
          </a:xfrm>
        </p:spPr>
        <p:txBody>
          <a:bodyPr/>
          <a:lstStyle/>
          <a:p>
            <a:r>
              <a:rPr lang="en-US" dirty="0"/>
              <a:t>Initial testing was performed using a variety of publicly available images to confirm the YOLOv8 model was functioning correctly before focused testing began.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02490-8882-DDBE-820C-A7C5C52B5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62872"/>
            <a:ext cx="3541302" cy="2203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2E5F13-7551-A115-953A-611AD6E17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906" y="3180065"/>
            <a:ext cx="2767029" cy="3309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515C39-A62B-2821-1998-B6956FD85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455" y="3162872"/>
            <a:ext cx="2960825" cy="304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0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0BED-EFAA-ED41-68BB-1BE75CD1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Successful Detections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0A47-FBB8-18F4-BF35-73B786334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YOLOv8 successfully detected real dogs in multiple test images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C2D710-ED18-1597-878B-C3E842895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097" y="2537052"/>
            <a:ext cx="2309584" cy="3058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9ACFE7-4754-7106-89A3-0B78B836F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642" y="2477575"/>
            <a:ext cx="2309584" cy="304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8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3CED-34C8-BCB8-D270-5A70AF25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Incorrect/Failed Detections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9838C-A90D-9C3F-9049-5244313B6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 showed limitations with species-level accuracy and unusual objects.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8A056-4A78-957D-6A2B-FC84FE782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1" y="2721676"/>
            <a:ext cx="4379535" cy="2579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BA0DA-4FF5-300A-653C-B5B83DE6D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95" y="2457247"/>
            <a:ext cx="2795177" cy="3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99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D80C-6363-AB06-04FD-9BEBE088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CB6A-B019-AD1C-7D8E-53C0D203E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YOLOv8 successfully detected real dogs in multiple test images.</a:t>
            </a:r>
          </a:p>
          <a:p>
            <a:endParaRPr lang="en-US" dirty="0"/>
          </a:p>
          <a:p>
            <a:r>
              <a:rPr lang="en-US" dirty="0"/>
              <a:t>The model struggled with species-level accuracy in some cases.</a:t>
            </a:r>
          </a:p>
          <a:p>
            <a:endParaRPr lang="en-US" dirty="0"/>
          </a:p>
          <a:p>
            <a:r>
              <a:rPr lang="en-US" dirty="0"/>
              <a:t>A lion image was incorrectly classified as a dog.</a:t>
            </a:r>
          </a:p>
          <a:p>
            <a:endParaRPr lang="en-US" dirty="0"/>
          </a:p>
          <a:p>
            <a:r>
              <a:rPr lang="en-US" dirty="0"/>
              <a:t>Decorative and unusual objects were more difficult for the model to detect.</a:t>
            </a:r>
          </a:p>
          <a:p>
            <a:endParaRPr lang="en-US" dirty="0"/>
          </a:p>
          <a:p>
            <a:r>
              <a:rPr lang="en-US" dirty="0"/>
              <a:t>Pretrained object detection models perform well on common objects but may struggle with ambiguous inputs.</a:t>
            </a:r>
          </a:p>
        </p:txBody>
      </p:sp>
    </p:spTree>
    <p:extLst>
      <p:ext uri="{BB962C8B-B14F-4D97-AF65-F5344CB8AC3E}">
        <p14:creationId xmlns:p14="http://schemas.microsoft.com/office/powerpoint/2010/main" val="174801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46BF-513C-609C-AFA0-3FD856CA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Metrics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5E8838-A8A7-11D6-9711-A52EC5925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350402"/>
              </p:ext>
            </p:extLst>
          </p:nvPr>
        </p:nvGraphicFramePr>
        <p:xfrm>
          <a:off x="1011936" y="1916462"/>
          <a:ext cx="10515600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507084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158006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98128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 Type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726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Successful object detection and analysis of model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Correctly identify common objects/animals in most test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2435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Secondary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Inference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&lt; 1 second per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4514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479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CD5A-0F91-2627-2ABB-7662B9DB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Backup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9383E-0A07-EC95-408B-04D4A438A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Challenge: Incorrect or failed detections</a:t>
            </a:r>
          </a:p>
          <a:p>
            <a:r>
              <a:rPr lang="en-US" dirty="0"/>
              <a:t>Plan B: Analyze model limitations and compare successful vs unsuccessful predictions</a:t>
            </a:r>
          </a:p>
          <a:p>
            <a:r>
              <a:rPr lang="en-US" dirty="0"/>
              <a:t>Challenge: Limited training/customization time</a:t>
            </a:r>
          </a:p>
          <a:p>
            <a:r>
              <a:rPr lang="en-US" dirty="0"/>
              <a:t>Plan B: Use pretrained YOLOv8 model for real-world testing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1457818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D931-38DF-4F7F-CCBF-758B13AC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Needed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BB1AB2-743B-F6D7-9465-B1808945E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956899"/>
              </p:ext>
            </p:extLst>
          </p:nvPr>
        </p:nvGraphicFramePr>
        <p:xfrm>
          <a:off x="838200" y="2199926"/>
          <a:ext cx="10515600" cy="1737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125315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30067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Resource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Personal and publicly available </a:t>
                      </a:r>
                      <a:r>
                        <a:rPr lang="en-US"/>
                        <a:t>test images;  </a:t>
                      </a:r>
                      <a:r>
                        <a:rPr lang="en-US" dirty="0"/>
                        <a:t>GitHub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40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Compute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Google </a:t>
                      </a:r>
                      <a:r>
                        <a:rPr lang="en-US" dirty="0" err="1"/>
                        <a:t>Colab</a:t>
                      </a:r>
                      <a:r>
                        <a:rPr lang="en-US" dirty="0"/>
                        <a:t> (free GPU)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230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Frameworks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Ultralytics YOLOv8;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8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Estimated Cost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663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768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406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Animal and Object Detection using YOLOv8</vt:lpstr>
      <vt:lpstr>The Problem</vt:lpstr>
      <vt:lpstr>My Solution</vt:lpstr>
      <vt:lpstr>Technical Approach</vt:lpstr>
      <vt:lpstr>Data Plan</vt:lpstr>
      <vt:lpstr>System Diagram</vt:lpstr>
      <vt:lpstr>Initial Testing</vt:lpstr>
      <vt:lpstr>Successful Detections</vt:lpstr>
      <vt:lpstr>Incorrect/Failed Detections</vt:lpstr>
      <vt:lpstr>Observations and Findings</vt:lpstr>
      <vt:lpstr>Success Metrics</vt:lpstr>
      <vt:lpstr>Challenges &amp; Backup Plans</vt:lpstr>
      <vt:lpstr>Resources Needed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star baby</dc:creator>
  <cp:lastModifiedBy>star baby</cp:lastModifiedBy>
  <cp:revision>2</cp:revision>
  <cp:lastPrinted>2026-02-24T17:14:26Z</cp:lastPrinted>
  <dcterms:created xsi:type="dcterms:W3CDTF">2026-02-10T03:22:21Z</dcterms:created>
  <dcterms:modified xsi:type="dcterms:W3CDTF">2026-05-06T17:47:51Z</dcterms:modified>
</cp:coreProperties>
</file>